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0F882-C774-370E-1087-A567B7009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8CD667-6D5A-658B-FF6E-836C5306D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C36332-E8FC-D0B4-86B8-A85E84CC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F4867-D730-6A8B-F244-E42B74C1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33EBCE-ACFA-14AE-968F-1485688E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701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5277C-1539-D678-7F31-6276DBDD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61501-0001-2F4C-7D58-E67599848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1C93A-15D6-DDDA-3D40-2392FDBD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0E6334-BFA7-7533-0E90-85418FD0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20B7AA-E8A7-0531-DA65-4F521469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52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8F7F6-B7AE-1F61-2516-E504EAF4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70830B-0C29-0CFF-B5D0-98B630837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5DF547-21FF-FB28-44A7-FD39EC9E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E51F8-766C-0AA6-DE07-B93B0FBD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EE6F8-8379-4C06-493E-4B193E8D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7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68729-9DCC-B3CD-81F0-F2A6F100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80E94F-A652-F25F-A3FE-609D4A335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B9E4FC-B145-942C-6D52-EE8C2A799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BC02A8-1C29-CD37-7D67-58F61340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076731-94B7-0011-6036-F0292F15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8089D-1FE6-85B1-1AF2-D99E3A63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391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5B1F9-B0C1-8087-8334-910DF5457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8B8FB2-ED52-7257-5068-DAE7E6755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B919AB-FE66-F354-B89A-5AFB001E0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89FF14-2872-9BB1-26CF-BEDB4A724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1D05AA-1506-EC2A-7958-2724364A1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1A33A5-A114-F5F1-C354-60CF08BD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2F9F96-EEB0-4CD1-1F56-937294C1F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89FB039-49CF-C848-033C-D1C92024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534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2B7B1-2B78-C452-DF0A-11B0FE53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C90079-0B82-EFDB-5429-30BBFABE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795E8E-8FFE-9D3F-1361-AC4CC776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71B994-E17C-4B0F-2EDD-670FEF52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959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A7F572-7E87-3B4D-DF17-3D73964C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2683B6-094E-4A08-AF76-92141F70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38B39E-044B-39EC-70FF-C8852B31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49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12F73-F39E-163D-F4A6-63541E3B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9A724A-950C-A720-F8D3-C63D8C1F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BE51B5-2516-B8E4-906C-8E2A4AA4D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15A244-8A7A-823A-0192-86E01C45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7E2BF5-4535-5CB9-0433-5E5DB21E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5EA07C-F4E7-7811-DEB6-98260328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3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B8A87-52E4-E16D-51B3-CC50A7FD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E03129-02E7-8B5D-C860-7AEACDCBC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1FF468-9963-4B9E-EE0C-5CCB119F2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52116A-68A1-C990-DBBC-7D75284B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5D1202-D673-92F3-9060-AA9372E5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5014B1-9B05-D3A0-705F-2C7DFB5A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703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97FD3-1869-993E-0D13-FA5E764E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7DC640-071F-4E32-79BA-F1E1DD25A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C76463-0C93-84B6-FEA8-2DF66299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CCC10F-ECCF-A896-38EB-1AF1E9F8C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2F6FCE-06AE-3F99-CF54-8A1661C5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28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A5A1CD-45CF-5E09-D02F-04BBFA349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F0365E-5843-DA85-B887-29181C242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A264ED-B865-9B05-10CC-77A6050F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67A3C2-78F7-70E9-FC4B-606CA63C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165438-3549-C186-1785-AA02A897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585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9A293E-6E48-63E4-EE97-AF922B9F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18820E-1B2E-7E53-3564-9C53DB214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DB902E-CC01-9399-72E5-D2E2884D7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C599-1D0C-45CA-BD4B-78688ABB2CCE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FA995B-D2A0-6A94-16A4-D1BB486CA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9AB96-4AAB-6603-391D-B58075512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3EFA5-204A-4F63-8937-AE95316C3E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02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92E3710-075C-CBD2-3EF5-F771455EEB6F}"/>
              </a:ext>
            </a:extLst>
          </p:cNvPr>
          <p:cNvSpPr/>
          <p:nvPr/>
        </p:nvSpPr>
        <p:spPr>
          <a:xfrm>
            <a:off x="1813392" y="1320633"/>
            <a:ext cx="968189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9E8FA67-BD95-5E0E-CCA8-D0B3FD7BCE26}"/>
              </a:ext>
            </a:extLst>
          </p:cNvPr>
          <p:cNvSpPr txBox="1"/>
          <p:nvPr/>
        </p:nvSpPr>
        <p:spPr>
          <a:xfrm>
            <a:off x="3048000" y="3244334"/>
            <a:ext cx="1362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ES" b="1" i="0" dirty="0">
                <a:solidFill>
                  <a:srgbClr val="FFFFFF"/>
                </a:solidFill>
                <a:effectLst/>
              </a:rPr>
              <a:t>#F1C40F</a:t>
            </a:r>
            <a:endParaRPr lang="es-ES" dirty="0">
              <a:effectLst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33E2A3-9871-C0B0-7874-040B0414612A}"/>
              </a:ext>
            </a:extLst>
          </p:cNvPr>
          <p:cNvSpPr/>
          <p:nvPr/>
        </p:nvSpPr>
        <p:spPr>
          <a:xfrm>
            <a:off x="6665258" y="1834262"/>
            <a:ext cx="1093695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7CAFB9-E3EC-36AB-EBEF-532A8A929C4F}"/>
              </a:ext>
            </a:extLst>
          </p:cNvPr>
          <p:cNvSpPr txBox="1"/>
          <p:nvPr/>
        </p:nvSpPr>
        <p:spPr>
          <a:xfrm>
            <a:off x="1687886" y="1373604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USUARIO</a:t>
            </a:r>
            <a:endParaRPr lang="es-ES" sz="11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7699529-08DA-A435-E407-421C7F4ACA5A}"/>
              </a:ext>
            </a:extLst>
          </p:cNvPr>
          <p:cNvSpPr txBox="1"/>
          <p:nvPr/>
        </p:nvSpPr>
        <p:spPr>
          <a:xfrm>
            <a:off x="6659234" y="1887233"/>
            <a:ext cx="1093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VIAJE</a:t>
            </a:r>
            <a:endParaRPr lang="es-ES" sz="110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75962AB-91F8-097C-97C3-2202127D05C8}"/>
              </a:ext>
            </a:extLst>
          </p:cNvPr>
          <p:cNvSpPr/>
          <p:nvPr/>
        </p:nvSpPr>
        <p:spPr>
          <a:xfrm>
            <a:off x="2422995" y="17321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FE0A8175-CD12-E186-B7E4-E42B0175C5D0}"/>
              </a:ext>
            </a:extLst>
          </p:cNvPr>
          <p:cNvSpPr/>
          <p:nvPr/>
        </p:nvSpPr>
        <p:spPr>
          <a:xfrm>
            <a:off x="1185864" y="46188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059B0624-903F-A52C-8EBC-060673FB2B2E}"/>
              </a:ext>
            </a:extLst>
          </p:cNvPr>
          <p:cNvSpPr/>
          <p:nvPr/>
        </p:nvSpPr>
        <p:spPr>
          <a:xfrm>
            <a:off x="2198875" y="2058015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5165DAA-19BC-EED7-D07C-6340FBF29352}"/>
              </a:ext>
            </a:extLst>
          </p:cNvPr>
          <p:cNvSpPr/>
          <p:nvPr/>
        </p:nvSpPr>
        <p:spPr>
          <a:xfrm>
            <a:off x="464203" y="199559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9F65AFD-B185-7AE3-A174-99B99F36D179}"/>
              </a:ext>
            </a:extLst>
          </p:cNvPr>
          <p:cNvSpPr/>
          <p:nvPr/>
        </p:nvSpPr>
        <p:spPr>
          <a:xfrm>
            <a:off x="217675" y="1127891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A57F9AE-DDCA-A1A0-0267-746D14E50F08}"/>
              </a:ext>
            </a:extLst>
          </p:cNvPr>
          <p:cNvSpPr/>
          <p:nvPr/>
        </p:nvSpPr>
        <p:spPr>
          <a:xfrm>
            <a:off x="3247744" y="100693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92A1D46-3C25-2C3B-E77B-D062579770B5}"/>
              </a:ext>
            </a:extLst>
          </p:cNvPr>
          <p:cNvSpPr txBox="1"/>
          <p:nvPr/>
        </p:nvSpPr>
        <p:spPr>
          <a:xfrm>
            <a:off x="1096215" y="514860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Nombre</a:t>
            </a:r>
            <a:endParaRPr lang="es-ES" sz="11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47564C1-EA45-C2D5-0C90-330450B02B77}"/>
              </a:ext>
            </a:extLst>
          </p:cNvPr>
          <p:cNvSpPr txBox="1"/>
          <p:nvPr/>
        </p:nvSpPr>
        <p:spPr>
          <a:xfrm>
            <a:off x="2333346" y="20752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Apellidos</a:t>
            </a:r>
            <a:endParaRPr lang="es-ES" sz="11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81E002A-7589-18B5-22B1-9451AB48D0B1}"/>
              </a:ext>
            </a:extLst>
          </p:cNvPr>
          <p:cNvSpPr txBox="1"/>
          <p:nvPr/>
        </p:nvSpPr>
        <p:spPr>
          <a:xfrm>
            <a:off x="3131203" y="1050537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Usuario</a:t>
            </a:r>
            <a:endParaRPr lang="es-ES" sz="11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C5DEA54-0BBC-6A7F-2BD5-F39B51724618}"/>
              </a:ext>
            </a:extLst>
          </p:cNvPr>
          <p:cNvSpPr txBox="1"/>
          <p:nvPr/>
        </p:nvSpPr>
        <p:spPr>
          <a:xfrm>
            <a:off x="2082333" y="2101542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Email</a:t>
            </a:r>
            <a:endParaRPr lang="es-ES" sz="11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533D7C2-F755-B9E6-8BFF-1EF9C0E3B818}"/>
              </a:ext>
            </a:extLst>
          </p:cNvPr>
          <p:cNvSpPr txBox="1"/>
          <p:nvPr/>
        </p:nvSpPr>
        <p:spPr>
          <a:xfrm>
            <a:off x="92169" y="1160320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Contraseña</a:t>
            </a:r>
            <a:endParaRPr lang="es-ES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2318ABB-4D2E-97C4-74C3-FFE852EDC951}"/>
              </a:ext>
            </a:extLst>
          </p:cNvPr>
          <p:cNvSpPr txBox="1"/>
          <p:nvPr/>
        </p:nvSpPr>
        <p:spPr>
          <a:xfrm>
            <a:off x="361112" y="2016142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Fecha registro</a:t>
            </a:r>
            <a:endParaRPr lang="es-ES" sz="1100" dirty="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9EA342E-4FE4-86D6-2F14-83C63EC51B1B}"/>
              </a:ext>
            </a:extLst>
          </p:cNvPr>
          <p:cNvCxnSpPr>
            <a:cxnSpLocks/>
          </p:cNvCxnSpPr>
          <p:nvPr/>
        </p:nvCxnSpPr>
        <p:spPr>
          <a:xfrm flipV="1">
            <a:off x="2477899" y="542281"/>
            <a:ext cx="389966" cy="78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4038244-8B97-2737-124C-D7E5FF3B4D6A}"/>
              </a:ext>
            </a:extLst>
          </p:cNvPr>
          <p:cNvCxnSpPr/>
          <p:nvPr/>
        </p:nvCxnSpPr>
        <p:spPr>
          <a:xfrm flipV="1">
            <a:off x="1416702" y="1680969"/>
            <a:ext cx="412376" cy="491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FD5A622-5AD3-0C6A-A2DE-B1BF67AF1619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2638144" y="1689818"/>
            <a:ext cx="44826" cy="368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D126CC4-C7D4-46F8-7EED-F7D7EA3E8386}"/>
              </a:ext>
            </a:extLst>
          </p:cNvPr>
          <p:cNvCxnSpPr>
            <a:cxnSpLocks/>
          </p:cNvCxnSpPr>
          <p:nvPr/>
        </p:nvCxnSpPr>
        <p:spPr>
          <a:xfrm flipH="1">
            <a:off x="2781581" y="1267661"/>
            <a:ext cx="502022" cy="207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F89A1A2F-B02D-543F-9A94-5531585CC2A8}"/>
              </a:ext>
            </a:extLst>
          </p:cNvPr>
          <p:cNvCxnSpPr>
            <a:cxnSpLocks/>
          </p:cNvCxnSpPr>
          <p:nvPr/>
        </p:nvCxnSpPr>
        <p:spPr>
          <a:xfrm>
            <a:off x="1154485" y="1378778"/>
            <a:ext cx="663390" cy="71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A38A5B9-8C19-582E-DE4B-B896C9EEB99B}"/>
              </a:ext>
            </a:extLst>
          </p:cNvPr>
          <p:cNvCxnSpPr>
            <a:cxnSpLocks/>
          </p:cNvCxnSpPr>
          <p:nvPr/>
        </p:nvCxnSpPr>
        <p:spPr>
          <a:xfrm flipH="1" flipV="1">
            <a:off x="1863259" y="819661"/>
            <a:ext cx="148477" cy="508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DFB76522-B166-0DE7-37CE-D7D658083188}"/>
              </a:ext>
            </a:extLst>
          </p:cNvPr>
          <p:cNvSpPr/>
          <p:nvPr/>
        </p:nvSpPr>
        <p:spPr>
          <a:xfrm>
            <a:off x="5574366" y="588073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D3370D35-D4DB-D633-D8BA-D329887EE071}"/>
              </a:ext>
            </a:extLst>
          </p:cNvPr>
          <p:cNvSpPr/>
          <p:nvPr/>
        </p:nvSpPr>
        <p:spPr>
          <a:xfrm>
            <a:off x="6987147" y="609157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4384B838-6F79-E121-18FB-7AD1D624DAE8}"/>
              </a:ext>
            </a:extLst>
          </p:cNvPr>
          <p:cNvSpPr/>
          <p:nvPr/>
        </p:nvSpPr>
        <p:spPr>
          <a:xfrm>
            <a:off x="4961124" y="1392445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9F0CE3EE-905D-81B0-9F04-F65C66154620}"/>
              </a:ext>
            </a:extLst>
          </p:cNvPr>
          <p:cNvSpPr/>
          <p:nvPr/>
        </p:nvSpPr>
        <p:spPr>
          <a:xfrm>
            <a:off x="5251072" y="2194248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9886496-F44D-98A5-6F3A-770B6A16E7A2}"/>
              </a:ext>
            </a:extLst>
          </p:cNvPr>
          <p:cNvSpPr/>
          <p:nvPr/>
        </p:nvSpPr>
        <p:spPr>
          <a:xfrm>
            <a:off x="8145277" y="136236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37DC5BA-E8A2-123C-0F48-B3094D03A654}"/>
              </a:ext>
            </a:extLst>
          </p:cNvPr>
          <p:cNvSpPr txBox="1"/>
          <p:nvPr/>
        </p:nvSpPr>
        <p:spPr>
          <a:xfrm>
            <a:off x="5445218" y="640531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Destino</a:t>
            </a:r>
            <a:endParaRPr lang="es-ES" sz="11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1E703E6-3C27-E9C7-36CD-BFB50859E31A}"/>
              </a:ext>
            </a:extLst>
          </p:cNvPr>
          <p:cNvSpPr txBox="1"/>
          <p:nvPr/>
        </p:nvSpPr>
        <p:spPr>
          <a:xfrm>
            <a:off x="6858000" y="650311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Inicio</a:t>
            </a:r>
            <a:endParaRPr lang="es-ES" sz="11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4A9D9304-158F-F84C-A825-F2D2CDA6EACB}"/>
              </a:ext>
            </a:extLst>
          </p:cNvPr>
          <p:cNvSpPr txBox="1"/>
          <p:nvPr/>
        </p:nvSpPr>
        <p:spPr>
          <a:xfrm>
            <a:off x="7981810" y="142657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Fin</a:t>
            </a:r>
            <a:endParaRPr lang="es-ES" sz="11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1070F8F-0C4D-B8D1-A225-18E31ADDE1E1}"/>
              </a:ext>
            </a:extLst>
          </p:cNvPr>
          <p:cNvSpPr txBox="1"/>
          <p:nvPr/>
        </p:nvSpPr>
        <p:spPr>
          <a:xfrm>
            <a:off x="4821333" y="1420905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Descripción</a:t>
            </a:r>
            <a:endParaRPr lang="es-ES" sz="11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6E385D1-7C81-2C61-AA3E-0375A69F8249}"/>
              </a:ext>
            </a:extLst>
          </p:cNvPr>
          <p:cNvSpPr txBox="1"/>
          <p:nvPr/>
        </p:nvSpPr>
        <p:spPr>
          <a:xfrm>
            <a:off x="5143495" y="2250302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Foto</a:t>
            </a:r>
            <a:endParaRPr lang="es-ES" sz="1100" dirty="0"/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10D97CAB-089A-7F3D-9ABD-1294DCB46B5B}"/>
              </a:ext>
            </a:extLst>
          </p:cNvPr>
          <p:cNvCxnSpPr>
            <a:cxnSpLocks/>
          </p:cNvCxnSpPr>
          <p:nvPr/>
        </p:nvCxnSpPr>
        <p:spPr>
          <a:xfrm flipH="1">
            <a:off x="7665385" y="1573433"/>
            <a:ext cx="479892" cy="260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10935E3-8312-9B04-8F63-C81ECFE64F0C}"/>
              </a:ext>
            </a:extLst>
          </p:cNvPr>
          <p:cNvCxnSpPr>
            <a:cxnSpLocks/>
          </p:cNvCxnSpPr>
          <p:nvPr/>
        </p:nvCxnSpPr>
        <p:spPr>
          <a:xfrm flipH="1">
            <a:off x="7088002" y="1017864"/>
            <a:ext cx="277630" cy="8163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DC78DCF8-1CE5-1F42-0F4F-CE589DEBC78E}"/>
              </a:ext>
            </a:extLst>
          </p:cNvPr>
          <p:cNvCxnSpPr>
            <a:cxnSpLocks/>
          </p:cNvCxnSpPr>
          <p:nvPr/>
        </p:nvCxnSpPr>
        <p:spPr>
          <a:xfrm>
            <a:off x="6326836" y="964892"/>
            <a:ext cx="410979" cy="8693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4933BD05-1251-85A6-EB99-72112D6DBFE3}"/>
              </a:ext>
            </a:extLst>
          </p:cNvPr>
          <p:cNvCxnSpPr>
            <a:cxnSpLocks/>
          </p:cNvCxnSpPr>
          <p:nvPr/>
        </p:nvCxnSpPr>
        <p:spPr>
          <a:xfrm>
            <a:off x="5900878" y="1613120"/>
            <a:ext cx="758356" cy="272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E30D59A6-DC5B-4991-6F47-2616D5A59060}"/>
              </a:ext>
            </a:extLst>
          </p:cNvPr>
          <p:cNvCxnSpPr>
            <a:cxnSpLocks/>
          </p:cNvCxnSpPr>
          <p:nvPr/>
        </p:nvCxnSpPr>
        <p:spPr>
          <a:xfrm flipV="1">
            <a:off x="6168560" y="2141277"/>
            <a:ext cx="490674" cy="147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379F9D2A-88A3-C75E-CC01-45431B463632}"/>
              </a:ext>
            </a:extLst>
          </p:cNvPr>
          <p:cNvSpPr/>
          <p:nvPr/>
        </p:nvSpPr>
        <p:spPr>
          <a:xfrm>
            <a:off x="2011736" y="4446379"/>
            <a:ext cx="968189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B4E8DBD2-EAD0-62A1-09FF-240B6EB03847}"/>
              </a:ext>
            </a:extLst>
          </p:cNvPr>
          <p:cNvSpPr txBox="1"/>
          <p:nvPr/>
        </p:nvSpPr>
        <p:spPr>
          <a:xfrm>
            <a:off x="1886230" y="4499350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ALOJAMIENTO</a:t>
            </a:r>
            <a:endParaRPr lang="es-ES" sz="1100" dirty="0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5E169C50-3815-0B33-2486-13A66D4DEBF3}"/>
              </a:ext>
            </a:extLst>
          </p:cNvPr>
          <p:cNvSpPr/>
          <p:nvPr/>
        </p:nvSpPr>
        <p:spPr>
          <a:xfrm>
            <a:off x="2621339" y="3298965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01104D3B-988E-259A-8835-EF6D068BF860}"/>
              </a:ext>
            </a:extLst>
          </p:cNvPr>
          <p:cNvSpPr/>
          <p:nvPr/>
        </p:nvSpPr>
        <p:spPr>
          <a:xfrm>
            <a:off x="1384208" y="3587635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F99206EF-707D-4717-F88C-F59964611F1C}"/>
              </a:ext>
            </a:extLst>
          </p:cNvPr>
          <p:cNvSpPr/>
          <p:nvPr/>
        </p:nvSpPr>
        <p:spPr>
          <a:xfrm>
            <a:off x="2040033" y="5207978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61DFAFA3-80EA-8A1D-5C0F-E1AB5BEC7177}"/>
              </a:ext>
            </a:extLst>
          </p:cNvPr>
          <p:cNvSpPr/>
          <p:nvPr/>
        </p:nvSpPr>
        <p:spPr>
          <a:xfrm>
            <a:off x="662547" y="5121345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EB963827-EE14-BBE8-B90C-3E5D502F6CE7}"/>
              </a:ext>
            </a:extLst>
          </p:cNvPr>
          <p:cNvSpPr/>
          <p:nvPr/>
        </p:nvSpPr>
        <p:spPr>
          <a:xfrm>
            <a:off x="416019" y="4253637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5B625285-5B81-53CC-7C31-002EF1C79AC6}"/>
              </a:ext>
            </a:extLst>
          </p:cNvPr>
          <p:cNvSpPr/>
          <p:nvPr/>
        </p:nvSpPr>
        <p:spPr>
          <a:xfrm>
            <a:off x="3446088" y="4132685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070BCE2E-476A-03A2-F929-F51D7694878F}"/>
              </a:ext>
            </a:extLst>
          </p:cNvPr>
          <p:cNvSpPr txBox="1"/>
          <p:nvPr/>
        </p:nvSpPr>
        <p:spPr>
          <a:xfrm>
            <a:off x="1294559" y="364060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Nombre</a:t>
            </a:r>
            <a:endParaRPr lang="es-ES" sz="11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80E47753-D4D0-2826-C7FC-69D75FF817FD}"/>
              </a:ext>
            </a:extLst>
          </p:cNvPr>
          <p:cNvSpPr txBox="1"/>
          <p:nvPr/>
        </p:nvSpPr>
        <p:spPr>
          <a:xfrm>
            <a:off x="2531690" y="3333272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Tipo</a:t>
            </a:r>
            <a:endParaRPr lang="es-ES" sz="11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B157853-71C5-78BC-48FB-944EE70159C8}"/>
              </a:ext>
            </a:extLst>
          </p:cNvPr>
          <p:cNvSpPr txBox="1"/>
          <p:nvPr/>
        </p:nvSpPr>
        <p:spPr>
          <a:xfrm>
            <a:off x="3329547" y="4176283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Check in</a:t>
            </a:r>
            <a:endParaRPr lang="es-ES" sz="11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4794CA73-E7C3-3184-3421-60BC3EC9B00D}"/>
              </a:ext>
            </a:extLst>
          </p:cNvPr>
          <p:cNvSpPr txBox="1"/>
          <p:nvPr/>
        </p:nvSpPr>
        <p:spPr>
          <a:xfrm>
            <a:off x="1923491" y="5251505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Dirección</a:t>
            </a:r>
            <a:endParaRPr lang="es-ES" sz="1100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9BE3673-D04E-9589-209C-78EEE53A8BBD}"/>
              </a:ext>
            </a:extLst>
          </p:cNvPr>
          <p:cNvSpPr txBox="1"/>
          <p:nvPr/>
        </p:nvSpPr>
        <p:spPr>
          <a:xfrm>
            <a:off x="290513" y="428606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Fin</a:t>
            </a:r>
            <a:endParaRPr lang="es-ES" sz="1100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D39186FD-ADA3-A2C9-4E61-3B0FAC98EE42}"/>
              </a:ext>
            </a:extLst>
          </p:cNvPr>
          <p:cNvSpPr txBox="1"/>
          <p:nvPr/>
        </p:nvSpPr>
        <p:spPr>
          <a:xfrm>
            <a:off x="559456" y="5141888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Inicio</a:t>
            </a:r>
            <a:endParaRPr lang="es-ES" sz="1100" dirty="0"/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D054474D-6E77-0684-4848-75044E121E0E}"/>
              </a:ext>
            </a:extLst>
          </p:cNvPr>
          <p:cNvCxnSpPr>
            <a:cxnSpLocks/>
          </p:cNvCxnSpPr>
          <p:nvPr/>
        </p:nvCxnSpPr>
        <p:spPr>
          <a:xfrm flipV="1">
            <a:off x="2676243" y="3668027"/>
            <a:ext cx="389966" cy="78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7F424EBC-DF03-8159-4D04-BD478B990033}"/>
              </a:ext>
            </a:extLst>
          </p:cNvPr>
          <p:cNvCxnSpPr/>
          <p:nvPr/>
        </p:nvCxnSpPr>
        <p:spPr>
          <a:xfrm flipV="1">
            <a:off x="1615046" y="4806715"/>
            <a:ext cx="412376" cy="491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D6E0D29A-9876-5880-093D-660C214FCF98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2479302" y="4839781"/>
            <a:ext cx="44826" cy="368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AD39EF16-5A98-4B60-FA46-9AFEFA438C5D}"/>
              </a:ext>
            </a:extLst>
          </p:cNvPr>
          <p:cNvCxnSpPr>
            <a:cxnSpLocks/>
          </p:cNvCxnSpPr>
          <p:nvPr/>
        </p:nvCxnSpPr>
        <p:spPr>
          <a:xfrm flipH="1">
            <a:off x="2979925" y="4393407"/>
            <a:ext cx="502022" cy="207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0D165562-9D8A-111D-A706-DB512D3E14A9}"/>
              </a:ext>
            </a:extLst>
          </p:cNvPr>
          <p:cNvCxnSpPr>
            <a:cxnSpLocks/>
          </p:cNvCxnSpPr>
          <p:nvPr/>
        </p:nvCxnSpPr>
        <p:spPr>
          <a:xfrm>
            <a:off x="1352829" y="4504524"/>
            <a:ext cx="663390" cy="71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6DDB8CC2-6BA4-6843-8D79-2EAE0B0C7DA6}"/>
              </a:ext>
            </a:extLst>
          </p:cNvPr>
          <p:cNvCxnSpPr>
            <a:cxnSpLocks/>
          </p:cNvCxnSpPr>
          <p:nvPr/>
        </p:nvCxnSpPr>
        <p:spPr>
          <a:xfrm flipH="1" flipV="1">
            <a:off x="2061603" y="3945407"/>
            <a:ext cx="148477" cy="508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ipse 99">
            <a:extLst>
              <a:ext uri="{FF2B5EF4-FFF2-40B4-BE49-F238E27FC236}">
                <a16:creationId xmlns:a16="http://schemas.microsoft.com/office/drawing/2014/main" id="{B8949B98-2ECC-4957-8A72-55D69777512C}"/>
              </a:ext>
            </a:extLst>
          </p:cNvPr>
          <p:cNvSpPr/>
          <p:nvPr/>
        </p:nvSpPr>
        <p:spPr>
          <a:xfrm>
            <a:off x="3402666" y="4824908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0AF3225A-C0A9-BBC7-6F10-8B9DD959B237}"/>
              </a:ext>
            </a:extLst>
          </p:cNvPr>
          <p:cNvSpPr txBox="1"/>
          <p:nvPr/>
        </p:nvSpPr>
        <p:spPr>
          <a:xfrm>
            <a:off x="3286124" y="4868435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Check out</a:t>
            </a:r>
            <a:endParaRPr lang="es-ES" sz="1100" dirty="0"/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2D5F8209-19F4-E1BC-C2A4-10DE736A92E3}"/>
              </a:ext>
            </a:extLst>
          </p:cNvPr>
          <p:cNvCxnSpPr>
            <a:cxnSpLocks/>
          </p:cNvCxnSpPr>
          <p:nvPr/>
        </p:nvCxnSpPr>
        <p:spPr>
          <a:xfrm flipH="1" flipV="1">
            <a:off x="2981324" y="4760041"/>
            <a:ext cx="450481" cy="1840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9580465A-5AFB-05A8-3F3E-1A67CA5D98F2}"/>
              </a:ext>
            </a:extLst>
          </p:cNvPr>
          <p:cNvSpPr/>
          <p:nvPr/>
        </p:nvSpPr>
        <p:spPr>
          <a:xfrm>
            <a:off x="6441982" y="5384124"/>
            <a:ext cx="968189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66871B59-87F9-3E35-07FC-A59ADBEEDD13}"/>
              </a:ext>
            </a:extLst>
          </p:cNvPr>
          <p:cNvSpPr txBox="1"/>
          <p:nvPr/>
        </p:nvSpPr>
        <p:spPr>
          <a:xfrm>
            <a:off x="6316476" y="5437095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TRANSPORTE</a:t>
            </a:r>
            <a:endParaRPr lang="es-ES" sz="1100" dirty="0"/>
          </a:p>
        </p:txBody>
      </p:sp>
      <p:sp>
        <p:nvSpPr>
          <p:cNvPr id="126" name="Elipse 125">
            <a:extLst>
              <a:ext uri="{FF2B5EF4-FFF2-40B4-BE49-F238E27FC236}">
                <a16:creationId xmlns:a16="http://schemas.microsoft.com/office/drawing/2014/main" id="{3549E8C8-08D2-5803-3A15-9D12101FB190}"/>
              </a:ext>
            </a:extLst>
          </p:cNvPr>
          <p:cNvSpPr/>
          <p:nvPr/>
        </p:nvSpPr>
        <p:spPr>
          <a:xfrm>
            <a:off x="7051585" y="4236710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Elipse 126">
            <a:extLst>
              <a:ext uri="{FF2B5EF4-FFF2-40B4-BE49-F238E27FC236}">
                <a16:creationId xmlns:a16="http://schemas.microsoft.com/office/drawing/2014/main" id="{A220D8DD-E6F0-495D-88CE-AB55F4F02B61}"/>
              </a:ext>
            </a:extLst>
          </p:cNvPr>
          <p:cNvSpPr/>
          <p:nvPr/>
        </p:nvSpPr>
        <p:spPr>
          <a:xfrm>
            <a:off x="5814454" y="4525380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FD1506F6-2FDA-98DC-2EF7-BB80BA90175E}"/>
              </a:ext>
            </a:extLst>
          </p:cNvPr>
          <p:cNvSpPr/>
          <p:nvPr/>
        </p:nvSpPr>
        <p:spPr>
          <a:xfrm>
            <a:off x="6827465" y="6121506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D34C8355-795B-9BE6-13FB-D6A5DFBE3F67}"/>
              </a:ext>
            </a:extLst>
          </p:cNvPr>
          <p:cNvSpPr/>
          <p:nvPr/>
        </p:nvSpPr>
        <p:spPr>
          <a:xfrm>
            <a:off x="5092793" y="6059090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Elipse 129">
            <a:extLst>
              <a:ext uri="{FF2B5EF4-FFF2-40B4-BE49-F238E27FC236}">
                <a16:creationId xmlns:a16="http://schemas.microsoft.com/office/drawing/2014/main" id="{0704890C-6CDD-DF17-9FEB-91B53F2F30CE}"/>
              </a:ext>
            </a:extLst>
          </p:cNvPr>
          <p:cNvSpPr/>
          <p:nvPr/>
        </p:nvSpPr>
        <p:spPr>
          <a:xfrm>
            <a:off x="4846265" y="5191382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30B14E6B-686E-E874-24FC-CF26D46AC4AA}"/>
              </a:ext>
            </a:extLst>
          </p:cNvPr>
          <p:cNvSpPr/>
          <p:nvPr/>
        </p:nvSpPr>
        <p:spPr>
          <a:xfrm>
            <a:off x="7876334" y="5070430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22F35516-EA43-20E1-252F-C99B55CB6113}"/>
              </a:ext>
            </a:extLst>
          </p:cNvPr>
          <p:cNvSpPr txBox="1"/>
          <p:nvPr/>
        </p:nvSpPr>
        <p:spPr>
          <a:xfrm>
            <a:off x="5724805" y="4578351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Nombre</a:t>
            </a:r>
            <a:endParaRPr lang="es-ES" sz="11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833A8CAC-F71C-2EB8-82DC-8BC674783859}"/>
              </a:ext>
            </a:extLst>
          </p:cNvPr>
          <p:cNvSpPr txBox="1"/>
          <p:nvPr/>
        </p:nvSpPr>
        <p:spPr>
          <a:xfrm>
            <a:off x="6961936" y="4271017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Tipo</a:t>
            </a:r>
            <a:endParaRPr lang="es-ES" sz="1100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77B8CDBA-55C0-480E-33C4-5F0B869F96DF}"/>
              </a:ext>
            </a:extLst>
          </p:cNvPr>
          <p:cNvSpPr txBox="1"/>
          <p:nvPr/>
        </p:nvSpPr>
        <p:spPr>
          <a:xfrm>
            <a:off x="7759793" y="5114028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Parada</a:t>
            </a:r>
            <a:endParaRPr lang="es-ES" sz="11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37D711B1-4BB0-9C57-A85B-F108DF6E1A6B}"/>
              </a:ext>
            </a:extLst>
          </p:cNvPr>
          <p:cNvSpPr txBox="1"/>
          <p:nvPr/>
        </p:nvSpPr>
        <p:spPr>
          <a:xfrm>
            <a:off x="6710923" y="6165033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Compañía</a:t>
            </a:r>
            <a:endParaRPr lang="es-ES" sz="1100" dirty="0"/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D0DA5FAB-71C7-9A94-73E9-CA8228211436}"/>
              </a:ext>
            </a:extLst>
          </p:cNvPr>
          <p:cNvSpPr txBox="1"/>
          <p:nvPr/>
        </p:nvSpPr>
        <p:spPr>
          <a:xfrm>
            <a:off x="4720759" y="5223811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Hora</a:t>
            </a:r>
            <a:endParaRPr lang="es-ES" sz="1100" dirty="0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AD66B171-C553-FAA1-99D5-3F4E78C41939}"/>
              </a:ext>
            </a:extLst>
          </p:cNvPr>
          <p:cNvSpPr txBox="1"/>
          <p:nvPr/>
        </p:nvSpPr>
        <p:spPr>
          <a:xfrm>
            <a:off x="4989702" y="6079633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Día</a:t>
            </a:r>
            <a:endParaRPr lang="es-ES" sz="1100" dirty="0"/>
          </a:p>
        </p:txBody>
      </p: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C4C76CA7-8BEE-DFD0-DD86-B1B1539E145B}"/>
              </a:ext>
            </a:extLst>
          </p:cNvPr>
          <p:cNvCxnSpPr>
            <a:cxnSpLocks/>
          </p:cNvCxnSpPr>
          <p:nvPr/>
        </p:nvCxnSpPr>
        <p:spPr>
          <a:xfrm flipV="1">
            <a:off x="7106489" y="4605772"/>
            <a:ext cx="389966" cy="78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937B2AEB-F670-345D-DD77-0588DDE2327F}"/>
              </a:ext>
            </a:extLst>
          </p:cNvPr>
          <p:cNvCxnSpPr/>
          <p:nvPr/>
        </p:nvCxnSpPr>
        <p:spPr>
          <a:xfrm flipV="1">
            <a:off x="6045292" y="5744460"/>
            <a:ext cx="412376" cy="491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BA3D9989-1900-A575-EFD6-92B7D88A9B17}"/>
              </a:ext>
            </a:extLst>
          </p:cNvPr>
          <p:cNvCxnSpPr>
            <a:cxnSpLocks/>
            <a:stCxn id="128" idx="0"/>
          </p:cNvCxnSpPr>
          <p:nvPr/>
        </p:nvCxnSpPr>
        <p:spPr>
          <a:xfrm flipH="1" flipV="1">
            <a:off x="7266734" y="5753309"/>
            <a:ext cx="44826" cy="368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1453764A-40D4-A655-06EA-30D7BEAF6769}"/>
              </a:ext>
            </a:extLst>
          </p:cNvPr>
          <p:cNvCxnSpPr>
            <a:cxnSpLocks/>
          </p:cNvCxnSpPr>
          <p:nvPr/>
        </p:nvCxnSpPr>
        <p:spPr>
          <a:xfrm flipH="1">
            <a:off x="7410171" y="5331152"/>
            <a:ext cx="502022" cy="207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0374F390-B1AE-E1A4-420E-FBC6C448FF23}"/>
              </a:ext>
            </a:extLst>
          </p:cNvPr>
          <p:cNvCxnSpPr>
            <a:cxnSpLocks/>
          </p:cNvCxnSpPr>
          <p:nvPr/>
        </p:nvCxnSpPr>
        <p:spPr>
          <a:xfrm>
            <a:off x="5783075" y="5442269"/>
            <a:ext cx="663390" cy="71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C39FD254-E29F-2871-0140-0A5686C6C729}"/>
              </a:ext>
            </a:extLst>
          </p:cNvPr>
          <p:cNvCxnSpPr>
            <a:cxnSpLocks/>
          </p:cNvCxnSpPr>
          <p:nvPr/>
        </p:nvCxnSpPr>
        <p:spPr>
          <a:xfrm flipH="1" flipV="1">
            <a:off x="6491849" y="4883152"/>
            <a:ext cx="148477" cy="508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0C21E1B6-0F56-C26C-C8D1-EC800DBB70CB}"/>
              </a:ext>
            </a:extLst>
          </p:cNvPr>
          <p:cNvSpPr/>
          <p:nvPr/>
        </p:nvSpPr>
        <p:spPr>
          <a:xfrm>
            <a:off x="9679640" y="4893397"/>
            <a:ext cx="968189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D2A8E747-D34E-3818-6BE7-0938F149B07F}"/>
              </a:ext>
            </a:extLst>
          </p:cNvPr>
          <p:cNvSpPr txBox="1"/>
          <p:nvPr/>
        </p:nvSpPr>
        <p:spPr>
          <a:xfrm>
            <a:off x="9554134" y="4946368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ITINERARIO</a:t>
            </a:r>
            <a:endParaRPr lang="es-ES" sz="1100" dirty="0"/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8744F85D-F6AC-FEF3-30F0-BF2A6A40E510}"/>
              </a:ext>
            </a:extLst>
          </p:cNvPr>
          <p:cNvSpPr/>
          <p:nvPr/>
        </p:nvSpPr>
        <p:spPr>
          <a:xfrm>
            <a:off x="10808775" y="3117212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F2D518A1-599B-BE5C-6033-3549CD3BFA8C}"/>
              </a:ext>
            </a:extLst>
          </p:cNvPr>
          <p:cNvSpPr/>
          <p:nvPr/>
        </p:nvSpPr>
        <p:spPr>
          <a:xfrm>
            <a:off x="10065123" y="563077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1" name="Elipse 150">
            <a:extLst>
              <a:ext uri="{FF2B5EF4-FFF2-40B4-BE49-F238E27FC236}">
                <a16:creationId xmlns:a16="http://schemas.microsoft.com/office/drawing/2014/main" id="{EA2BDA49-29F1-BD35-A8D4-18CC23F54BD4}"/>
              </a:ext>
            </a:extLst>
          </p:cNvPr>
          <p:cNvSpPr/>
          <p:nvPr/>
        </p:nvSpPr>
        <p:spPr>
          <a:xfrm>
            <a:off x="11113992" y="4579703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DBFFA50D-2A76-49BD-7A40-76111507B975}"/>
              </a:ext>
            </a:extLst>
          </p:cNvPr>
          <p:cNvSpPr txBox="1"/>
          <p:nvPr/>
        </p:nvSpPr>
        <p:spPr>
          <a:xfrm>
            <a:off x="10199594" y="3780290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Día</a:t>
            </a:r>
            <a:endParaRPr lang="es-ES" sz="1100" dirty="0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27A1B09A-F48A-1F69-81AC-D49FD62BDF22}"/>
              </a:ext>
            </a:extLst>
          </p:cNvPr>
          <p:cNvSpPr txBox="1"/>
          <p:nvPr/>
        </p:nvSpPr>
        <p:spPr>
          <a:xfrm>
            <a:off x="10997451" y="4623301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Hora</a:t>
            </a:r>
            <a:endParaRPr lang="es-ES" sz="1100" dirty="0"/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28A1A634-B76A-4C70-FD56-C295ADE8A762}"/>
              </a:ext>
            </a:extLst>
          </p:cNvPr>
          <p:cNvSpPr txBox="1"/>
          <p:nvPr/>
        </p:nvSpPr>
        <p:spPr>
          <a:xfrm>
            <a:off x="9948581" y="567430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Actividad</a:t>
            </a:r>
            <a:endParaRPr lang="es-ES" sz="1100" dirty="0"/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E60086CA-8D37-D8EF-6574-22F3243B318A}"/>
              </a:ext>
            </a:extLst>
          </p:cNvPr>
          <p:cNvCxnSpPr>
            <a:cxnSpLocks/>
          </p:cNvCxnSpPr>
          <p:nvPr/>
        </p:nvCxnSpPr>
        <p:spPr>
          <a:xfrm flipV="1">
            <a:off x="10344147" y="4115045"/>
            <a:ext cx="389966" cy="78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recto 158">
            <a:extLst>
              <a:ext uri="{FF2B5EF4-FFF2-40B4-BE49-F238E27FC236}">
                <a16:creationId xmlns:a16="http://schemas.microsoft.com/office/drawing/2014/main" id="{C99E306C-D967-EDCC-F7E6-33F887F464EC}"/>
              </a:ext>
            </a:extLst>
          </p:cNvPr>
          <p:cNvCxnSpPr>
            <a:cxnSpLocks/>
            <a:stCxn id="148" idx="0"/>
          </p:cNvCxnSpPr>
          <p:nvPr/>
        </p:nvCxnSpPr>
        <p:spPr>
          <a:xfrm flipH="1" flipV="1">
            <a:off x="10504392" y="5262582"/>
            <a:ext cx="44826" cy="368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C983FC13-FB56-C28B-A087-BD079A9E69DC}"/>
              </a:ext>
            </a:extLst>
          </p:cNvPr>
          <p:cNvCxnSpPr>
            <a:cxnSpLocks/>
          </p:cNvCxnSpPr>
          <p:nvPr/>
        </p:nvCxnSpPr>
        <p:spPr>
          <a:xfrm flipH="1">
            <a:off x="10647829" y="4840425"/>
            <a:ext cx="502022" cy="207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7EF1BCFB-A03F-5A4C-ED07-43C6B28CE116}"/>
              </a:ext>
            </a:extLst>
          </p:cNvPr>
          <p:cNvSpPr/>
          <p:nvPr/>
        </p:nvSpPr>
        <p:spPr>
          <a:xfrm>
            <a:off x="9086566" y="2851664"/>
            <a:ext cx="968189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9928B60A-C428-6FB6-284A-34E97421FFE3}"/>
              </a:ext>
            </a:extLst>
          </p:cNvPr>
          <p:cNvSpPr txBox="1"/>
          <p:nvPr/>
        </p:nvSpPr>
        <p:spPr>
          <a:xfrm>
            <a:off x="8961060" y="2904635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NOTA</a:t>
            </a:r>
            <a:endParaRPr lang="es-ES" sz="1100" dirty="0"/>
          </a:p>
        </p:txBody>
      </p:sp>
      <p:sp>
        <p:nvSpPr>
          <p:cNvPr id="165" name="Elipse 164">
            <a:extLst>
              <a:ext uri="{FF2B5EF4-FFF2-40B4-BE49-F238E27FC236}">
                <a16:creationId xmlns:a16="http://schemas.microsoft.com/office/drawing/2014/main" id="{56B074EE-A7BA-C832-D972-5F831FDCDF2F}"/>
              </a:ext>
            </a:extLst>
          </p:cNvPr>
          <p:cNvSpPr/>
          <p:nvPr/>
        </p:nvSpPr>
        <p:spPr>
          <a:xfrm>
            <a:off x="10772631" y="2511912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D617E368-7DC3-50A6-E340-3E248D26D81A}"/>
              </a:ext>
            </a:extLst>
          </p:cNvPr>
          <p:cNvSpPr txBox="1"/>
          <p:nvPr/>
        </p:nvSpPr>
        <p:spPr>
          <a:xfrm>
            <a:off x="10682982" y="2546219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Título</a:t>
            </a:r>
            <a:endParaRPr lang="es-ES" sz="1100" dirty="0"/>
          </a:p>
        </p:txBody>
      </p: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972FAE80-6EC8-9C8F-5DAE-BBE6F3D99E76}"/>
              </a:ext>
            </a:extLst>
          </p:cNvPr>
          <p:cNvCxnSpPr>
            <a:cxnSpLocks/>
            <a:endCxn id="146" idx="2"/>
          </p:cNvCxnSpPr>
          <p:nvPr/>
        </p:nvCxnSpPr>
        <p:spPr>
          <a:xfrm>
            <a:off x="10055873" y="3136786"/>
            <a:ext cx="752902" cy="1642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0D5BA441-4835-4527-2EE0-B7A8F29C4207}"/>
              </a:ext>
            </a:extLst>
          </p:cNvPr>
          <p:cNvCxnSpPr>
            <a:cxnSpLocks/>
          </p:cNvCxnSpPr>
          <p:nvPr/>
        </p:nvCxnSpPr>
        <p:spPr>
          <a:xfrm flipV="1">
            <a:off x="10064419" y="2765320"/>
            <a:ext cx="800381" cy="136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0065C49A-2034-952F-90AC-98AFD2052425}"/>
              </a:ext>
            </a:extLst>
          </p:cNvPr>
          <p:cNvSpPr txBox="1"/>
          <p:nvPr/>
        </p:nvSpPr>
        <p:spPr>
          <a:xfrm>
            <a:off x="10665053" y="3155819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Descripción</a:t>
            </a:r>
            <a:endParaRPr lang="es-ES" sz="1100" dirty="0"/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140960F5-888C-B562-B002-30B04F81E34B}"/>
              </a:ext>
            </a:extLst>
          </p:cNvPr>
          <p:cNvSpPr/>
          <p:nvPr/>
        </p:nvSpPr>
        <p:spPr>
          <a:xfrm>
            <a:off x="10323697" y="3718439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84AE9481-356C-AA4A-55CD-976254CB42F3}"/>
              </a:ext>
            </a:extLst>
          </p:cNvPr>
          <p:cNvSpPr/>
          <p:nvPr/>
        </p:nvSpPr>
        <p:spPr>
          <a:xfrm>
            <a:off x="9476253" y="1448115"/>
            <a:ext cx="968189" cy="367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7" name="CuadroTexto 186">
            <a:extLst>
              <a:ext uri="{FF2B5EF4-FFF2-40B4-BE49-F238E27FC236}">
                <a16:creationId xmlns:a16="http://schemas.microsoft.com/office/drawing/2014/main" id="{53AD427F-C63C-5267-E83B-8AA1343E6FEF}"/>
              </a:ext>
            </a:extLst>
          </p:cNvPr>
          <p:cNvSpPr txBox="1"/>
          <p:nvPr/>
        </p:nvSpPr>
        <p:spPr>
          <a:xfrm>
            <a:off x="9350747" y="150108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FOTO</a:t>
            </a:r>
            <a:endParaRPr lang="es-ES" sz="1100" dirty="0"/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790A3C15-2623-12B4-1137-BC6D4C23947C}"/>
              </a:ext>
            </a:extLst>
          </p:cNvPr>
          <p:cNvSpPr/>
          <p:nvPr/>
        </p:nvSpPr>
        <p:spPr>
          <a:xfrm>
            <a:off x="11162318" y="1108363"/>
            <a:ext cx="968189" cy="367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324A8511-D742-7052-B339-E4EC921B82A5}"/>
              </a:ext>
            </a:extLst>
          </p:cNvPr>
          <p:cNvSpPr txBox="1"/>
          <p:nvPr/>
        </p:nvSpPr>
        <p:spPr>
          <a:xfrm>
            <a:off x="11072669" y="1142670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/>
              <a:t>Url foto</a:t>
            </a:r>
            <a:endParaRPr lang="es-ES" sz="1100" dirty="0"/>
          </a:p>
        </p:txBody>
      </p: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83D0AA3D-DA05-0CE1-7B06-F05B0EC3A3A1}"/>
              </a:ext>
            </a:extLst>
          </p:cNvPr>
          <p:cNvCxnSpPr>
            <a:cxnSpLocks/>
          </p:cNvCxnSpPr>
          <p:nvPr/>
        </p:nvCxnSpPr>
        <p:spPr>
          <a:xfrm flipV="1">
            <a:off x="10454106" y="1361771"/>
            <a:ext cx="800381" cy="136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ombo 192">
            <a:extLst>
              <a:ext uri="{FF2B5EF4-FFF2-40B4-BE49-F238E27FC236}">
                <a16:creationId xmlns:a16="http://schemas.microsoft.com/office/drawing/2014/main" id="{670AAAA8-891F-F681-3983-201CA255C0B2}"/>
              </a:ext>
            </a:extLst>
          </p:cNvPr>
          <p:cNvSpPr/>
          <p:nvPr/>
        </p:nvSpPr>
        <p:spPr>
          <a:xfrm>
            <a:off x="3926395" y="1771435"/>
            <a:ext cx="758356" cy="624679"/>
          </a:xfrm>
          <a:prstGeom prst="diamon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21B4BB8F-A818-5BAB-6289-ACE06126113D}"/>
              </a:ext>
            </a:extLst>
          </p:cNvPr>
          <p:cNvSpPr txBox="1"/>
          <p:nvPr/>
        </p:nvSpPr>
        <p:spPr>
          <a:xfrm>
            <a:off x="3713909" y="1948170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>
                <a:ln>
                  <a:solidFill>
                    <a:srgbClr val="0070C0"/>
                  </a:solidFill>
                </a:ln>
              </a:rPr>
              <a:t>Crea</a:t>
            </a:r>
            <a:endParaRPr lang="es-ES" sz="1100" dirty="0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205" name="Rombo 204">
            <a:extLst>
              <a:ext uri="{FF2B5EF4-FFF2-40B4-BE49-F238E27FC236}">
                <a16:creationId xmlns:a16="http://schemas.microsoft.com/office/drawing/2014/main" id="{B4EF3C1B-C03D-1DE4-1831-C5B8AF4558A0}"/>
              </a:ext>
            </a:extLst>
          </p:cNvPr>
          <p:cNvSpPr/>
          <p:nvPr/>
        </p:nvSpPr>
        <p:spPr>
          <a:xfrm>
            <a:off x="4458118" y="3197778"/>
            <a:ext cx="758356" cy="624679"/>
          </a:xfrm>
          <a:prstGeom prst="diamon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B8F0D284-DB30-B396-5C2F-8C08ED7E469F}"/>
              </a:ext>
            </a:extLst>
          </p:cNvPr>
          <p:cNvSpPr txBox="1"/>
          <p:nvPr/>
        </p:nvSpPr>
        <p:spPr>
          <a:xfrm>
            <a:off x="4245632" y="3374513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>
                <a:ln>
                  <a:solidFill>
                    <a:srgbClr val="0070C0"/>
                  </a:solidFill>
                </a:ln>
              </a:rPr>
              <a:t>Contiene</a:t>
            </a:r>
            <a:endParaRPr lang="es-ES" sz="1100" dirty="0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207" name="Rombo 206">
            <a:extLst>
              <a:ext uri="{FF2B5EF4-FFF2-40B4-BE49-F238E27FC236}">
                <a16:creationId xmlns:a16="http://schemas.microsoft.com/office/drawing/2014/main" id="{D2951B50-4722-6602-B0DA-FFFAFF39E938}"/>
              </a:ext>
            </a:extLst>
          </p:cNvPr>
          <p:cNvSpPr/>
          <p:nvPr/>
        </p:nvSpPr>
        <p:spPr>
          <a:xfrm>
            <a:off x="6525600" y="3099017"/>
            <a:ext cx="758356" cy="624679"/>
          </a:xfrm>
          <a:prstGeom prst="diamon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31EA3764-FE68-6E35-99AC-CC12B181A5B4}"/>
              </a:ext>
            </a:extLst>
          </p:cNvPr>
          <p:cNvSpPr txBox="1"/>
          <p:nvPr/>
        </p:nvSpPr>
        <p:spPr>
          <a:xfrm>
            <a:off x="6313114" y="3275752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>
                <a:ln>
                  <a:solidFill>
                    <a:srgbClr val="0070C0"/>
                  </a:solidFill>
                </a:ln>
              </a:rPr>
              <a:t>Integra</a:t>
            </a:r>
            <a:endParaRPr lang="es-ES" sz="1100" dirty="0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209" name="Rombo 208">
            <a:extLst>
              <a:ext uri="{FF2B5EF4-FFF2-40B4-BE49-F238E27FC236}">
                <a16:creationId xmlns:a16="http://schemas.microsoft.com/office/drawing/2014/main" id="{9AC56C6F-4C44-F4F1-9DEC-0CDA2722ADCF}"/>
              </a:ext>
            </a:extLst>
          </p:cNvPr>
          <p:cNvSpPr/>
          <p:nvPr/>
        </p:nvSpPr>
        <p:spPr>
          <a:xfrm>
            <a:off x="8223296" y="3330509"/>
            <a:ext cx="758356" cy="624679"/>
          </a:xfrm>
          <a:prstGeom prst="diamon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EE30EF01-87DB-6873-2432-89C15B2F247E}"/>
              </a:ext>
            </a:extLst>
          </p:cNvPr>
          <p:cNvSpPr txBox="1"/>
          <p:nvPr/>
        </p:nvSpPr>
        <p:spPr>
          <a:xfrm>
            <a:off x="8010810" y="3507244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>
                <a:ln>
                  <a:solidFill>
                    <a:srgbClr val="0070C0"/>
                  </a:solidFill>
                </a:ln>
              </a:rPr>
              <a:t>Agrupa</a:t>
            </a:r>
            <a:endParaRPr lang="es-ES" sz="1100" dirty="0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211" name="Rombo 210">
            <a:extLst>
              <a:ext uri="{FF2B5EF4-FFF2-40B4-BE49-F238E27FC236}">
                <a16:creationId xmlns:a16="http://schemas.microsoft.com/office/drawing/2014/main" id="{5C51A11D-C067-CA3B-9A13-5EC02DDE345B}"/>
              </a:ext>
            </a:extLst>
          </p:cNvPr>
          <p:cNvSpPr/>
          <p:nvPr/>
        </p:nvSpPr>
        <p:spPr>
          <a:xfrm>
            <a:off x="8061085" y="2139227"/>
            <a:ext cx="758356" cy="624679"/>
          </a:xfrm>
          <a:prstGeom prst="diamon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7B637848-9B7B-2A90-DE4D-41E440CB28DC}"/>
              </a:ext>
            </a:extLst>
          </p:cNvPr>
          <p:cNvSpPr txBox="1"/>
          <p:nvPr/>
        </p:nvSpPr>
        <p:spPr>
          <a:xfrm>
            <a:off x="7848599" y="2315962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>
                <a:ln>
                  <a:solidFill>
                    <a:srgbClr val="0070C0"/>
                  </a:solidFill>
                </a:ln>
              </a:rPr>
              <a:t>Incorpora</a:t>
            </a:r>
            <a:endParaRPr lang="es-ES" sz="1100" dirty="0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213" name="Rombo 212">
            <a:extLst>
              <a:ext uri="{FF2B5EF4-FFF2-40B4-BE49-F238E27FC236}">
                <a16:creationId xmlns:a16="http://schemas.microsoft.com/office/drawing/2014/main" id="{CE86277F-1EAF-0854-DEB6-8B827CAC14A4}"/>
              </a:ext>
            </a:extLst>
          </p:cNvPr>
          <p:cNvSpPr/>
          <p:nvPr/>
        </p:nvSpPr>
        <p:spPr>
          <a:xfrm>
            <a:off x="9100298" y="328191"/>
            <a:ext cx="758356" cy="624679"/>
          </a:xfrm>
          <a:prstGeom prst="diamon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2EEDC8EF-195C-18F5-998B-02D37B426D39}"/>
              </a:ext>
            </a:extLst>
          </p:cNvPr>
          <p:cNvSpPr txBox="1"/>
          <p:nvPr/>
        </p:nvSpPr>
        <p:spPr>
          <a:xfrm>
            <a:off x="8887812" y="504926"/>
            <a:ext cx="1183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gl-ES" sz="1100" dirty="0" err="1">
                <a:ln>
                  <a:solidFill>
                    <a:srgbClr val="0070C0"/>
                  </a:solidFill>
                </a:ln>
              </a:rPr>
              <a:t>Incluye</a:t>
            </a:r>
            <a:endParaRPr lang="es-ES" sz="1100" dirty="0">
              <a:ln>
                <a:solidFill>
                  <a:srgbClr val="0070C0"/>
                </a:solidFill>
              </a:ln>
            </a:endParaRPr>
          </a:p>
        </p:txBody>
      </p: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D74D15A6-BB9B-F94B-3769-E44AB93F237A}"/>
              </a:ext>
            </a:extLst>
          </p:cNvPr>
          <p:cNvCxnSpPr>
            <a:cxnSpLocks/>
          </p:cNvCxnSpPr>
          <p:nvPr/>
        </p:nvCxnSpPr>
        <p:spPr>
          <a:xfrm>
            <a:off x="2781577" y="1696046"/>
            <a:ext cx="1145803" cy="39493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41C3F4FB-5ECC-4120-A9E7-14DD82FFD5D1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673837" y="2018038"/>
            <a:ext cx="1985397" cy="7380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CF440DD9-C18E-F018-3D6E-1813BBB47EA8}"/>
              </a:ext>
            </a:extLst>
          </p:cNvPr>
          <p:cNvSpPr txBox="1"/>
          <p:nvPr/>
        </p:nvSpPr>
        <p:spPr>
          <a:xfrm>
            <a:off x="2780177" y="1488668"/>
            <a:ext cx="2678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1</a:t>
            </a:r>
            <a:endParaRPr lang="es-ES" sz="1200" dirty="0">
              <a:solidFill>
                <a:srgbClr val="0070C0"/>
              </a:solidFill>
            </a:endParaRPr>
          </a:p>
        </p:txBody>
      </p:sp>
      <p:sp>
        <p:nvSpPr>
          <p:cNvPr id="232" name="CuadroTexto 231">
            <a:extLst>
              <a:ext uri="{FF2B5EF4-FFF2-40B4-BE49-F238E27FC236}">
                <a16:creationId xmlns:a16="http://schemas.microsoft.com/office/drawing/2014/main" id="{78CA375E-8998-F9D0-982C-99B25B83FD30}"/>
              </a:ext>
            </a:extLst>
          </p:cNvPr>
          <p:cNvSpPr txBox="1"/>
          <p:nvPr/>
        </p:nvSpPr>
        <p:spPr>
          <a:xfrm>
            <a:off x="6337686" y="1815301"/>
            <a:ext cx="30495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N</a:t>
            </a:r>
            <a:endParaRPr lang="es-ES" dirty="0">
              <a:solidFill>
                <a:srgbClr val="0070C0"/>
              </a:solidFill>
            </a:endParaRPr>
          </a:p>
        </p:txBody>
      </p:sp>
      <p:cxnSp>
        <p:nvCxnSpPr>
          <p:cNvPr id="233" name="Conector recto 232">
            <a:extLst>
              <a:ext uri="{FF2B5EF4-FFF2-40B4-BE49-F238E27FC236}">
                <a16:creationId xmlns:a16="http://schemas.microsoft.com/office/drawing/2014/main" id="{24FE2A8E-015B-69C9-33A0-461090E4441F}"/>
              </a:ext>
            </a:extLst>
          </p:cNvPr>
          <p:cNvCxnSpPr>
            <a:cxnSpLocks/>
          </p:cNvCxnSpPr>
          <p:nvPr/>
        </p:nvCxnSpPr>
        <p:spPr>
          <a:xfrm flipV="1">
            <a:off x="2990295" y="3506377"/>
            <a:ext cx="1478890" cy="9400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A32D6256-351A-ED00-9CD8-650C9282A8C4}"/>
              </a:ext>
            </a:extLst>
          </p:cNvPr>
          <p:cNvSpPr txBox="1"/>
          <p:nvPr/>
        </p:nvSpPr>
        <p:spPr>
          <a:xfrm>
            <a:off x="6491004" y="2099793"/>
            <a:ext cx="2678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1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238" name="Conector recto 237">
            <a:extLst>
              <a:ext uri="{FF2B5EF4-FFF2-40B4-BE49-F238E27FC236}">
                <a16:creationId xmlns:a16="http://schemas.microsoft.com/office/drawing/2014/main" id="{CD5223F1-A05B-F6FD-BCA3-F14C4DDF6A02}"/>
              </a:ext>
            </a:extLst>
          </p:cNvPr>
          <p:cNvCxnSpPr>
            <a:cxnSpLocks/>
          </p:cNvCxnSpPr>
          <p:nvPr/>
        </p:nvCxnSpPr>
        <p:spPr>
          <a:xfrm flipV="1">
            <a:off x="5209046" y="2215184"/>
            <a:ext cx="1573597" cy="12949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CuadroTexto 240">
            <a:extLst>
              <a:ext uri="{FF2B5EF4-FFF2-40B4-BE49-F238E27FC236}">
                <a16:creationId xmlns:a16="http://schemas.microsoft.com/office/drawing/2014/main" id="{BC6E1FCB-32FA-D1AE-5CB2-5E5A0EF671CB}"/>
              </a:ext>
            </a:extLst>
          </p:cNvPr>
          <p:cNvSpPr txBox="1"/>
          <p:nvPr/>
        </p:nvSpPr>
        <p:spPr>
          <a:xfrm>
            <a:off x="2872748" y="4179875"/>
            <a:ext cx="30495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N</a:t>
            </a:r>
            <a:endParaRPr lang="es-ES" dirty="0">
              <a:solidFill>
                <a:srgbClr val="0070C0"/>
              </a:solidFill>
            </a:endParaRPr>
          </a:p>
        </p:txBody>
      </p:sp>
      <p:cxnSp>
        <p:nvCxnSpPr>
          <p:cNvPr id="244" name="Conector recto 243">
            <a:extLst>
              <a:ext uri="{FF2B5EF4-FFF2-40B4-BE49-F238E27FC236}">
                <a16:creationId xmlns:a16="http://schemas.microsoft.com/office/drawing/2014/main" id="{4CFB3EB7-4C93-69DC-D706-F6485234F508}"/>
              </a:ext>
            </a:extLst>
          </p:cNvPr>
          <p:cNvCxnSpPr>
            <a:cxnSpLocks/>
            <a:stCxn id="207" idx="0"/>
          </p:cNvCxnSpPr>
          <p:nvPr/>
        </p:nvCxnSpPr>
        <p:spPr>
          <a:xfrm flipV="1">
            <a:off x="6904778" y="2210808"/>
            <a:ext cx="292335" cy="88820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59094403-563D-E784-D074-1D963D90E4EC}"/>
              </a:ext>
            </a:extLst>
          </p:cNvPr>
          <p:cNvCxnSpPr>
            <a:cxnSpLocks/>
            <a:stCxn id="124" idx="0"/>
          </p:cNvCxnSpPr>
          <p:nvPr/>
        </p:nvCxnSpPr>
        <p:spPr>
          <a:xfrm flipH="1" flipV="1">
            <a:off x="6911784" y="3718206"/>
            <a:ext cx="14293" cy="16659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CuadroTexto 247">
            <a:extLst>
              <a:ext uri="{FF2B5EF4-FFF2-40B4-BE49-F238E27FC236}">
                <a16:creationId xmlns:a16="http://schemas.microsoft.com/office/drawing/2014/main" id="{CA35DC5F-9C83-EA70-BE6E-D7A53F48398E}"/>
              </a:ext>
            </a:extLst>
          </p:cNvPr>
          <p:cNvSpPr txBox="1"/>
          <p:nvPr/>
        </p:nvSpPr>
        <p:spPr>
          <a:xfrm>
            <a:off x="6944282" y="2148569"/>
            <a:ext cx="2678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1</a:t>
            </a:r>
            <a:endParaRPr lang="es-ES" sz="1200" dirty="0">
              <a:solidFill>
                <a:srgbClr val="0070C0"/>
              </a:solidFill>
            </a:endParaRPr>
          </a:p>
        </p:txBody>
      </p:sp>
      <p:sp>
        <p:nvSpPr>
          <p:cNvPr id="249" name="CuadroTexto 248">
            <a:extLst>
              <a:ext uri="{FF2B5EF4-FFF2-40B4-BE49-F238E27FC236}">
                <a16:creationId xmlns:a16="http://schemas.microsoft.com/office/drawing/2014/main" id="{6FA696B3-F010-2C62-1CAD-D2145B7FAB96}"/>
              </a:ext>
            </a:extLst>
          </p:cNvPr>
          <p:cNvSpPr txBox="1"/>
          <p:nvPr/>
        </p:nvSpPr>
        <p:spPr>
          <a:xfrm>
            <a:off x="6690672" y="5141888"/>
            <a:ext cx="30495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N</a:t>
            </a:r>
            <a:endParaRPr lang="es-ES" dirty="0">
              <a:solidFill>
                <a:srgbClr val="0070C0"/>
              </a:solidFill>
            </a:endParaRPr>
          </a:p>
        </p:txBody>
      </p:sp>
      <p:cxnSp>
        <p:nvCxnSpPr>
          <p:cNvPr id="250" name="Conector recto 249">
            <a:extLst>
              <a:ext uri="{FF2B5EF4-FFF2-40B4-BE49-F238E27FC236}">
                <a16:creationId xmlns:a16="http://schemas.microsoft.com/office/drawing/2014/main" id="{DA6E05EA-219B-096B-7F25-FF046D6E1591}"/>
              </a:ext>
            </a:extLst>
          </p:cNvPr>
          <p:cNvCxnSpPr>
            <a:cxnSpLocks/>
          </p:cNvCxnSpPr>
          <p:nvPr/>
        </p:nvCxnSpPr>
        <p:spPr>
          <a:xfrm flipH="1" flipV="1">
            <a:off x="8985293" y="3640606"/>
            <a:ext cx="795753" cy="125232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CuadroTexto 251">
            <a:extLst>
              <a:ext uri="{FF2B5EF4-FFF2-40B4-BE49-F238E27FC236}">
                <a16:creationId xmlns:a16="http://schemas.microsoft.com/office/drawing/2014/main" id="{558F6E9E-492E-15A3-9136-638435126572}"/>
              </a:ext>
            </a:extLst>
          </p:cNvPr>
          <p:cNvSpPr txBox="1"/>
          <p:nvPr/>
        </p:nvSpPr>
        <p:spPr>
          <a:xfrm>
            <a:off x="9717769" y="4675432"/>
            <a:ext cx="30495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N</a:t>
            </a:r>
            <a:endParaRPr lang="es-ES" dirty="0">
              <a:solidFill>
                <a:srgbClr val="0070C0"/>
              </a:solidFill>
            </a:endParaRPr>
          </a:p>
        </p:txBody>
      </p:sp>
      <p:cxnSp>
        <p:nvCxnSpPr>
          <p:cNvPr id="253" name="Conector recto 252">
            <a:extLst>
              <a:ext uri="{FF2B5EF4-FFF2-40B4-BE49-F238E27FC236}">
                <a16:creationId xmlns:a16="http://schemas.microsoft.com/office/drawing/2014/main" id="{D4DFF443-0108-9A70-B684-50ADE7EEE1D1}"/>
              </a:ext>
            </a:extLst>
          </p:cNvPr>
          <p:cNvCxnSpPr>
            <a:cxnSpLocks/>
            <a:stCxn id="209" idx="0"/>
          </p:cNvCxnSpPr>
          <p:nvPr/>
        </p:nvCxnSpPr>
        <p:spPr>
          <a:xfrm flipH="1" flipV="1">
            <a:off x="7365632" y="2210323"/>
            <a:ext cx="1236842" cy="11201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93D80850-FBCC-8AB6-8208-119399AED3E2}"/>
              </a:ext>
            </a:extLst>
          </p:cNvPr>
          <p:cNvSpPr txBox="1"/>
          <p:nvPr/>
        </p:nvSpPr>
        <p:spPr>
          <a:xfrm>
            <a:off x="7401767" y="2121510"/>
            <a:ext cx="2678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1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257" name="Conector recto 256">
            <a:extLst>
              <a:ext uri="{FF2B5EF4-FFF2-40B4-BE49-F238E27FC236}">
                <a16:creationId xmlns:a16="http://schemas.microsoft.com/office/drawing/2014/main" id="{318EA0DF-6167-ED45-5C4F-3BA0111A9A90}"/>
              </a:ext>
            </a:extLst>
          </p:cNvPr>
          <p:cNvCxnSpPr>
            <a:cxnSpLocks/>
          </p:cNvCxnSpPr>
          <p:nvPr/>
        </p:nvCxnSpPr>
        <p:spPr>
          <a:xfrm flipH="1" flipV="1">
            <a:off x="7767879" y="2007006"/>
            <a:ext cx="305710" cy="45453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33110DAA-470C-4F30-3114-7B2CF10742A7}"/>
              </a:ext>
            </a:extLst>
          </p:cNvPr>
          <p:cNvSpPr txBox="1"/>
          <p:nvPr/>
        </p:nvSpPr>
        <p:spPr>
          <a:xfrm>
            <a:off x="7726455" y="1832753"/>
            <a:ext cx="2678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1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266" name="Conector recto 265">
            <a:extLst>
              <a:ext uri="{FF2B5EF4-FFF2-40B4-BE49-F238E27FC236}">
                <a16:creationId xmlns:a16="http://schemas.microsoft.com/office/drawing/2014/main" id="{91D46ED6-7FBC-C75A-831B-07B60E1CFF56}"/>
              </a:ext>
            </a:extLst>
          </p:cNvPr>
          <p:cNvCxnSpPr>
            <a:cxnSpLocks/>
          </p:cNvCxnSpPr>
          <p:nvPr/>
        </p:nvCxnSpPr>
        <p:spPr>
          <a:xfrm flipH="1" flipV="1">
            <a:off x="8787758" y="2425568"/>
            <a:ext cx="343241" cy="4346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4BBA0B65-DFE2-224E-D7ED-3BC0149B2007}"/>
              </a:ext>
            </a:extLst>
          </p:cNvPr>
          <p:cNvSpPr txBox="1"/>
          <p:nvPr/>
        </p:nvSpPr>
        <p:spPr>
          <a:xfrm>
            <a:off x="9043708" y="2617671"/>
            <a:ext cx="30495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N</a:t>
            </a:r>
            <a:endParaRPr lang="es-ES" dirty="0">
              <a:solidFill>
                <a:srgbClr val="0070C0"/>
              </a:solidFill>
            </a:endParaRPr>
          </a:p>
        </p:txBody>
      </p:sp>
      <p:cxnSp>
        <p:nvCxnSpPr>
          <p:cNvPr id="269" name="Conector recto 268">
            <a:extLst>
              <a:ext uri="{FF2B5EF4-FFF2-40B4-BE49-F238E27FC236}">
                <a16:creationId xmlns:a16="http://schemas.microsoft.com/office/drawing/2014/main" id="{F4DDD3B8-D856-E26C-8ADF-8D174F40910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7212106" y="640531"/>
            <a:ext cx="1884095" cy="119373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18BBCD77-05AF-ACD2-9C22-9A251EF8160C}"/>
              </a:ext>
            </a:extLst>
          </p:cNvPr>
          <p:cNvSpPr txBox="1"/>
          <p:nvPr/>
        </p:nvSpPr>
        <p:spPr>
          <a:xfrm>
            <a:off x="7181847" y="1530777"/>
            <a:ext cx="2678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1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273" name="Conector recto 272">
            <a:extLst>
              <a:ext uri="{FF2B5EF4-FFF2-40B4-BE49-F238E27FC236}">
                <a16:creationId xmlns:a16="http://schemas.microsoft.com/office/drawing/2014/main" id="{7256769C-8CF9-0CD3-0DF0-594BF9F9CFD7}"/>
              </a:ext>
            </a:extLst>
          </p:cNvPr>
          <p:cNvCxnSpPr>
            <a:cxnSpLocks/>
          </p:cNvCxnSpPr>
          <p:nvPr/>
        </p:nvCxnSpPr>
        <p:spPr>
          <a:xfrm flipV="1">
            <a:off x="9853545" y="639114"/>
            <a:ext cx="0" cy="81117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CuadroTexto 274">
            <a:extLst>
              <a:ext uri="{FF2B5EF4-FFF2-40B4-BE49-F238E27FC236}">
                <a16:creationId xmlns:a16="http://schemas.microsoft.com/office/drawing/2014/main" id="{8FE1E017-B256-B417-8877-89BBCEBCBB39}"/>
              </a:ext>
            </a:extLst>
          </p:cNvPr>
          <p:cNvSpPr txBox="1"/>
          <p:nvPr/>
        </p:nvSpPr>
        <p:spPr>
          <a:xfrm>
            <a:off x="9837488" y="1233070"/>
            <a:ext cx="30495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gl-ES" sz="1200" dirty="0">
                <a:solidFill>
                  <a:srgbClr val="0070C0"/>
                </a:solidFill>
              </a:rPr>
              <a:t>N</a:t>
            </a:r>
            <a:endParaRPr lang="es-E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157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61</Words>
  <Application>Microsoft Office PowerPoint</Application>
  <PresentationFormat>Panorámica</PresentationFormat>
  <Paragraphs>56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Rocío García Carril</dc:creator>
  <cp:lastModifiedBy>Rocío García Carril</cp:lastModifiedBy>
  <cp:revision>2</cp:revision>
  <dcterms:created xsi:type="dcterms:W3CDTF">2025-10-22T18:54:20Z</dcterms:created>
  <dcterms:modified xsi:type="dcterms:W3CDTF">2025-11-24T19:04:05Z</dcterms:modified>
</cp:coreProperties>
</file>